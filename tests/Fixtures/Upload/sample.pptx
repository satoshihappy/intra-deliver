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>
          <a:solidFill>
            <a:schemeClr val="phClr"/>
          </a:solidFill>
        </a:ln>
        <a:ln>
          <a:solidFill>
            <a:schemeClr val="phClr"/>
          </a:solidFill>
        </a:ln>
        <a:ln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